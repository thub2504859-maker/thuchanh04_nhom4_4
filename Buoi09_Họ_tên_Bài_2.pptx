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2DCB3-4924-4570-A03B-1BD74ECA438E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E08422-5B26-478B-94D4-15F67FFD6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772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D655-1AB3-4B34-B808-93BB3FC833BA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D6389-6D87-4BC5-9B7E-B5205C462DB2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2BA2-514C-40CD-8415-2CDE48C98D0B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7D1A-29EC-43AC-98BE-2FDBE259C498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726F-868E-41C5-A54E-84CDEAAA474D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47C9D-52B2-4079-A16C-8F3A48A9EE95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46BA-7BC1-450A-98B8-E3D81D73ED03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39E8-EC44-4858-AF09-0674E3E94470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65A9-A05A-427C-9C9A-7649EABB6E29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6C497-1DE5-4594-87BD-39461D6B8E5F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793E-2293-4446-B0D2-43AC4AF8430A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B32E-E44B-4544-8C0C-BBF990F1975E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5F3EE-D9EE-49B5-95C1-D6D7BBF42456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B2AA1-8D01-4D43-B70E-D00305D68760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D84F-4E9F-48EC-952C-A4C958A7DF3E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0392C-76E2-474B-9541-6BB4A46C063A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F862-9F1D-4417-9EEB-CFBAEA31AF3C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51301AE-5FAD-4E39-821B-E654A730CDAB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A blue diamond with a torch and a circle with a yellow circle and a red and blue circle with white text&#10;&#10;AI-generated content may be incorrect.">
            <a:extLst>
              <a:ext uri="{FF2B5EF4-FFF2-40B4-BE49-F238E27FC236}">
                <a16:creationId xmlns:a16="http://schemas.microsoft.com/office/drawing/2014/main" id="{B9D73796-9EB9-6F28-74E0-52DA7D4DEACD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9498383" y="520440"/>
            <a:ext cx="1847108" cy="1846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⁃"/>
        <a:defRPr sz="28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+"/>
        <a:defRPr sz="24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§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ü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it.ctu.edu.v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D6FC7-68AE-F287-243D-6105132E62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vi-VN" sz="4800"/>
              <a:t>ĐẠI HỌC CẦN THƠ – QUÁ TRÌNH HÌNH THÀNH VÀ PHÁT TRIỂN</a:t>
            </a:r>
            <a:endParaRPr lang="en-US" sz="4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8D125-63C9-DF05-517E-D92B61CE05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1" y="4353057"/>
            <a:ext cx="8689976" cy="1371599"/>
          </a:xfrm>
        </p:spPr>
        <p:txBody>
          <a:bodyPr/>
          <a:lstStyle/>
          <a:p>
            <a:r>
              <a:rPr lang="vi-VN" b="1">
                <a:solidFill>
                  <a:schemeClr val="bg1">
                    <a:lumMod val="50000"/>
                  </a:schemeClr>
                </a:solidFill>
              </a:rPr>
              <a:t>TS. NGUYỄN VĂN A</a:t>
            </a:r>
            <a:endParaRPr lang="en-US" b="1">
              <a:solidFill>
                <a:schemeClr val="bg1">
                  <a:lumMod val="50000"/>
                </a:schemeClr>
              </a:solidFill>
            </a:endParaRP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F36AC2-BB49-E76E-D896-9B1E23659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81511-9990-9152-4CF4-BF9B8BB92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793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061BD-DFD0-7F53-9423-F6F1CBCEA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Nội dung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79194-D9FB-18E4-5D53-92DC7061262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/>
              <a:t>THỜI KỲ VIỆN ĐẠI HỌC CẦN THƠ (1966 – 1975)</a:t>
            </a:r>
          </a:p>
          <a:p>
            <a:r>
              <a:rPr lang="vi-VN" b="1"/>
              <a:t>ĐHCT GIAI ĐOẠN SAU NĂM 1975</a:t>
            </a:r>
            <a:endParaRPr lang="en-US" b="1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601662-579B-59B5-33C4-56912F478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696148-E9DA-8541-717C-3118F0AA9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485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4EB17-FBD3-937E-4B95-3147641DD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THỜI KỲ VIỆN ĐẠI HỌC CẦN THƠ (1966 – 1975)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A68E9-0928-FB71-2C7B-26CD2C6A701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vi-VN"/>
              <a:t>ĐƯỢC THÀNH LẬP NGÀY 31 THÁNG 03 NĂM 1966</a:t>
            </a:r>
          </a:p>
          <a:p>
            <a:r>
              <a:rPr lang="vi-VN"/>
              <a:t>VIỆN ĐẠI HỌC CẦN THƠ CÓ BỐN KHOA:</a:t>
            </a:r>
          </a:p>
          <a:p>
            <a:pPr lvl="1"/>
            <a:r>
              <a:rPr lang="vi-VN"/>
              <a:t>KHOA HỌC</a:t>
            </a:r>
          </a:p>
          <a:p>
            <a:pPr lvl="1"/>
            <a:r>
              <a:rPr lang="vi-VN"/>
              <a:t>LUẬT KHOA</a:t>
            </a:r>
          </a:p>
          <a:p>
            <a:pPr lvl="1"/>
            <a:r>
              <a:rPr lang="vi-VN"/>
              <a:t>KHOA HỌC XÃ HỘI, VĂN KHOA, SƯ PHẠM</a:t>
            </a:r>
          </a:p>
          <a:p>
            <a:pPr lvl="1"/>
            <a:r>
              <a:rPr lang="vi-VN"/>
              <a:t>CAO ĐẲNG NÔNG NGHIỆP VÀ TRUNG TÂM SINH NGỮ</a:t>
            </a:r>
            <a:endParaRPr 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292537-3C34-DFD9-C600-184360CD6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E27AD2-D787-4572-40B3-173FA0386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708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6DB7B-78D9-CA4B-7A7F-478453D0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THỜI KỲ VIỆN ĐẠI HỌC CẦN THƠ (1966 – 1975)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C3B29-A738-DEBB-5C91-0B2AD97123E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vi-VN"/>
              <a:t>CƠ SỞ VẬT CHẤT CỦA VIỆN ĐẠI HỌC CẦN THƠ TỌA LẠC TRÊN 4 ĐỊA ĐIỂM</a:t>
            </a:r>
          </a:p>
          <a:p>
            <a:pPr lvl="1"/>
            <a:r>
              <a:rPr lang="vi-VN"/>
              <a:t>TÒA VIỆN TRƯỞNG (SỐ 5, ĐẠI LỘ HÒA BÌNH)</a:t>
            </a:r>
          </a:p>
          <a:p>
            <a:pPr lvl="1"/>
            <a:r>
              <a:rPr lang="vi-VN"/>
              <a:t>KHU I: (ĐƯỜNG 30/4)</a:t>
            </a:r>
          </a:p>
          <a:p>
            <a:pPr lvl="1"/>
            <a:r>
              <a:rPr lang="vi-VN"/>
              <a:t>KHU II: (ĐƯỜNG 3/2)</a:t>
            </a:r>
          </a:p>
          <a:p>
            <a:pPr lvl="1"/>
            <a:r>
              <a:rPr lang="vi-VN"/>
              <a:t>KHU III: (SỐ 1, LÝ TỰ TRỌNG)</a:t>
            </a:r>
            <a:endParaRPr 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1B63E9-55ED-E312-1AE0-68DAAFDF3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2233DA-7027-9D05-1853-7EF090B7E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545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E7B4B-37CB-3CF5-3D97-8B2767B14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ĐHCT GIAI ĐOẠN SAU NĂM 1975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C4E92-4A40-37B3-927B-E3168056B70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vi-VN"/>
              <a:t>VIỆN ĐẠI HỌC CẦN THƠ ĐƯỢC ĐỔI THÀNH ĐHCT</a:t>
            </a:r>
          </a:p>
          <a:p>
            <a:r>
              <a:rPr lang="vi-VN"/>
              <a:t>CƠ CẤU ĐHCT HIỆN NAY</a:t>
            </a:r>
          </a:p>
          <a:p>
            <a:pPr lvl="1"/>
            <a:r>
              <a:rPr lang="vi-VN"/>
              <a:t>KHOA – VIỆN</a:t>
            </a:r>
          </a:p>
          <a:p>
            <a:pPr lvl="1"/>
            <a:r>
              <a:rPr lang="vi-VN"/>
              <a:t>TRUNG TÂM – TRUNG TÂM ĐÀO TẠO</a:t>
            </a:r>
          </a:p>
          <a:p>
            <a:pPr lvl="1"/>
            <a:r>
              <a:rPr lang="vi-VN"/>
              <a:t>PHÒNG BAN CHỨC NĂNG</a:t>
            </a:r>
          </a:p>
          <a:p>
            <a:pPr lvl="1"/>
            <a:r>
              <a:rPr lang="vi-VN"/>
              <a:t>ĐOÀN THỂ &amp; HỘI</a:t>
            </a:r>
            <a:endParaRPr 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274C50-4707-84B7-A0F3-5715D6C8D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4768E-2B0B-7EDF-7177-FEFBAFE2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68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F0468-BDFA-47E8-C997-3CE3437FF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ĐHCT GIAI ĐOẠN SAU NĂM 1975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46696-5084-FFB9-36B0-57C7B699D4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vi-VN"/>
              <a:t>NGÀY 14/1/1988, TRƯỜNG ĐHCT KHÁNH THÀNH KHOA KHOA HỌC</a:t>
            </a:r>
          </a:p>
          <a:p>
            <a:pPr lvl="1"/>
            <a:r>
              <a:rPr lang="vi-VN"/>
              <a:t>CƠ SỞ VẬT CHẤT</a:t>
            </a:r>
          </a:p>
          <a:p>
            <a:pPr lvl="2"/>
            <a:r>
              <a:rPr lang="vi-VN"/>
              <a:t>12 PHÒNG THÍ NGHIỆM (PTN)CHO SINH, HÓA, VẬT LÝ</a:t>
            </a:r>
          </a:p>
          <a:p>
            <a:pPr lvl="2"/>
            <a:r>
              <a:rPr lang="vi-VN"/>
              <a:t>06 PHÒNG MÁY TÍNH ĐƯỢC NỐI MẠNG VỚI NHAU</a:t>
            </a:r>
            <a:endParaRPr 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52B545-7FA5-EAB7-2714-1CBCD40BE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2B778-4F21-8CBE-1215-295ACD03A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22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EBE1E-E4A2-15E8-EBCB-105C1C860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ĐHCT GIAI ĐOẠN SAU NĂM 1975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06990-0A46-44C7-2681-86E2563C375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vi-VN"/>
              <a:t>CƠ SỞ VẬT CHẤT</a:t>
            </a:r>
          </a:p>
          <a:p>
            <a:pPr lvl="2"/>
            <a:r>
              <a:rPr lang="vi-VN"/>
              <a:t>VP KHOA VÀ XƯỞNG SỬA CHỮA</a:t>
            </a:r>
          </a:p>
          <a:p>
            <a:pPr lvl="2"/>
            <a:r>
              <a:rPr lang="vi-VN"/>
              <a:t> NĂM 2010, TRƯỜNG ĐÃ ĐẦU TƯ MỞ RỘNG KHU PTN CỦA KHOA</a:t>
            </a:r>
          </a:p>
          <a:p>
            <a:pPr lvl="2"/>
            <a:r>
              <a:rPr lang="vi-VN"/>
              <a:t>XÂY MỚI KHU NHÀ 3 TẦNG VỚI 22 PHÒNG 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D3FA6E-A1D8-3F65-079D-CE02B79CD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47D03-8946-C34C-0AAF-9A299DC8B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757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EAF2D-16BD-5A30-4DB3-9543C893A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ĐHCT GIAI ĐOẠN SAU NĂM 1975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3BB40-CAB2-64CB-F5A7-008F3957E63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vi-VN"/>
              <a:t>KHOA KHTN HIỆN NAY GỒM 04 BỘ MÔN</a:t>
            </a:r>
          </a:p>
          <a:p>
            <a:pPr lvl="2"/>
            <a:r>
              <a:rPr lang="vi-VN"/>
              <a:t>BỘ MÔN SINH HỌC</a:t>
            </a:r>
          </a:p>
          <a:p>
            <a:pPr lvl="2"/>
            <a:r>
              <a:rPr lang="vi-VN"/>
              <a:t>BỘ MÔN HÓA HỌC</a:t>
            </a:r>
          </a:p>
          <a:p>
            <a:pPr lvl="2"/>
            <a:r>
              <a:rPr lang="vi-VN"/>
              <a:t>BỘ MÔN TOÁN HỌC</a:t>
            </a:r>
          </a:p>
          <a:p>
            <a:pPr lvl="2"/>
            <a:r>
              <a:rPr lang="vi-VN"/>
              <a:t>BỘ MÔN VẬT LÝ</a:t>
            </a:r>
            <a:endParaRPr 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69E37-7101-87E6-F9D0-A8B728620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555E5-B542-AE2D-6232-131CBA88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823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A6FA0-54A1-6845-8CC3-393356D1E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ĐHCT GIAI ĐOẠN SAU NĂM 1975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88512-375D-C901-700C-4446781B8A8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vi-VN"/>
              <a:t>CÔNG TÁC ĐÀO TẠO</a:t>
            </a:r>
          </a:p>
          <a:p>
            <a:pPr lvl="2"/>
            <a:r>
              <a:rPr lang="vi-VN"/>
              <a:t>ĐẠI HỌC: .....</a:t>
            </a:r>
          </a:p>
          <a:p>
            <a:pPr lvl="2"/>
            <a:r>
              <a:rPr lang="vi-VN"/>
              <a:t>SĐH: ....</a:t>
            </a:r>
          </a:p>
          <a:p>
            <a:pPr lvl="1"/>
            <a:r>
              <a:rPr lang="vi-VN"/>
              <a:t>CÔNG TÁC NCKH, BÁO CÁO CHUYÊN ĐỀ: ....</a:t>
            </a:r>
          </a:p>
          <a:p>
            <a:pPr lvl="1"/>
            <a:r>
              <a:rPr lang="vi-VN"/>
              <a:t>CÔNG TÁC ĐÀO TẠO VÀ BỒI DƯỠNG CÁN BỘ: .....</a:t>
            </a:r>
            <a:endParaRPr 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1A50DA-25AD-709B-8EED-FF0DFE766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BB16C-822D-F989-F01D-7E30DCA4B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801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00280-17E3-25A8-31B1-AB8D9EA05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ĐHCT GIAI ĐOẠN SAU NĂM 1975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23392-118A-6182-0F01-4C661A0F254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vi-VN" b="1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KHOA CNTT &amp; TT</a:t>
            </a:r>
            <a:endParaRPr lang="vi-VN" b="1">
              <a:solidFill>
                <a:srgbClr val="00B0F0"/>
              </a:solidFill>
            </a:endParaRPr>
          </a:p>
          <a:p>
            <a:pPr lvl="1"/>
            <a:r>
              <a:rPr lang="vi-VN"/>
              <a:t>ĐƯỢC THÀNH LẬP NĂM 1994 TRÊN CƠ SỞ TRUNG TÂM ĐIỆN TỬ VÀ TIN HỌC</a:t>
            </a:r>
          </a:p>
          <a:p>
            <a:pPr lvl="1"/>
            <a:r>
              <a:rPr lang="vi-VN"/>
              <a:t>NHIỆM VỤ CỦA KHOA LÀ ĐÀO TẠO</a:t>
            </a:r>
          </a:p>
          <a:p>
            <a:pPr lvl="2"/>
            <a:r>
              <a:rPr lang="vi-VN"/>
              <a:t>ĐẠI HỌC VÀ SAU ĐẠI HỌC</a:t>
            </a:r>
          </a:p>
          <a:p>
            <a:pPr lvl="2"/>
            <a:r>
              <a:rPr lang="vi-VN"/>
              <a:t>NCKH VÀ CHUYỂN GIAO CÔNG NGHỆ TRONG LĨNH VỰC CNTT&amp;TT</a:t>
            </a:r>
            <a:endParaRPr 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6E5B0E-05F3-A594-8107-BEB62F80B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C4C5E-88C6-3E68-BD54-6960C8FE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920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6285E-8BD3-BBB4-CA0A-F967F45BF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ĐHCT GIAI ĐOẠN SAU NĂM 1975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2E215-604B-FDEC-DBC0-6B5A5C4E87A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>
                <a:solidFill>
                  <a:srgbClr val="0070C0"/>
                </a:solidFill>
              </a:rPr>
              <a:t>KHOA CNTT &amp; TT</a:t>
            </a:r>
          </a:p>
          <a:p>
            <a:pPr lvl="1"/>
            <a:r>
              <a:rPr lang="vi-VN"/>
              <a:t>TẦM NHÌN ĐẾN NĂM 2020</a:t>
            </a:r>
          </a:p>
          <a:p>
            <a:pPr lvl="2"/>
            <a:r>
              <a:rPr lang="vi-VN"/>
              <a:t>ĐƠN VỊ ĐÀO TẠO VÀ</a:t>
            </a:r>
          </a:p>
          <a:p>
            <a:pPr lvl="2"/>
            <a:r>
              <a:rPr lang="vi-VN"/>
              <a:t>NGHIÊN CỨU KHOA HỌC VỀ CNTT&amp;TT MẠNH CỦA CẢ NƯỚC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184BB-9969-C0C1-7EE8-323999AAB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59640F-96C0-EAED-AB87-26ABAE863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450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6CAB2-7C50-9732-A72E-388753FD9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ĐHCT GIAI ĐOẠN SAU NĂM 1975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EBFEE-7610-EA85-C19E-9E2CBDFE8E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>
                <a:solidFill>
                  <a:srgbClr val="0070C0"/>
                </a:solidFill>
              </a:rPr>
              <a:t>KHOA CNTT &amp; TT</a:t>
            </a:r>
          </a:p>
          <a:p>
            <a:pPr lvl="1"/>
            <a:r>
              <a:rPr lang="vi-VN"/>
              <a:t>CÁC BỘ MÔN VÀ TRUNG TÂM</a:t>
            </a:r>
          </a:p>
          <a:p>
            <a:pPr lvl="2"/>
            <a:r>
              <a:rPr lang="vi-VN"/>
              <a:t>BỘ MÔN HỆ THỐNG THÔNG TIN</a:t>
            </a:r>
          </a:p>
          <a:p>
            <a:pPr lvl="2"/>
            <a:r>
              <a:rPr lang="vi-VN"/>
              <a:t>BỘ MÔN MẠNG MÁY TÍNH &amp; TRUYỀN THÔNG</a:t>
            </a:r>
          </a:p>
          <a:p>
            <a:pPr lvl="2"/>
            <a:r>
              <a:rPr lang="vi-VN"/>
              <a:t>BỘ MÔN CÔNG NGHỆ PHẦN MỀM</a:t>
            </a:r>
          </a:p>
          <a:p>
            <a:pPr lvl="2"/>
            <a:r>
              <a:rPr lang="vi-VN"/>
              <a:t>BỘ MÔN KHOA HỌC MÁY TÍNH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6577A9-E787-0B76-258F-676A53E22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B2361E-9BD1-A685-BEF3-04CE223F6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490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DF884-08B0-EEED-FC4C-40EBB254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ĐHCT GIAI ĐOẠN SAU NĂM 1975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80A3D-56A8-47B5-CF19-B0351E41159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>
                <a:solidFill>
                  <a:srgbClr val="0070C0"/>
                </a:solidFill>
              </a:rPr>
              <a:t>KHOA CNTT &amp; TT</a:t>
            </a:r>
          </a:p>
          <a:p>
            <a:pPr lvl="1"/>
            <a:r>
              <a:rPr lang="vi-VN"/>
              <a:t>CÁC BỘ MÔN VÀ TRUNG TÂM</a:t>
            </a:r>
          </a:p>
          <a:p>
            <a:pPr lvl="2"/>
            <a:r>
              <a:rPr lang="vi-VN"/>
              <a:t>BỘ MÔN CÔNG NGHỆ THÔNG TIN</a:t>
            </a:r>
          </a:p>
          <a:p>
            <a:pPr lvl="2"/>
            <a:r>
              <a:rPr lang="vi-VN"/>
              <a:t>BỘ MÔN TIN HỌC ỨNG DỤNG</a:t>
            </a:r>
          </a:p>
          <a:p>
            <a:pPr lvl="2"/>
            <a:r>
              <a:rPr lang="vi-VN"/>
              <a:t>TỔ VĂN PHÒNG</a:t>
            </a:r>
          </a:p>
          <a:p>
            <a:pPr lvl="2"/>
            <a:r>
              <a:rPr lang="vi-VN"/>
              <a:t> TRUNG TÂM ĐIỆN TỬ &amp; TIN HỌC</a:t>
            </a:r>
            <a:endParaRPr 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776DB0-0CF5-63A5-B442-E1B1B112B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6C9D98-260D-BCA6-DC86-8800D8F31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340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88B41-F227-C7D8-403C-0BEA58ADE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630912"/>
            <a:ext cx="10364451" cy="1596177"/>
          </a:xfrm>
        </p:spPr>
        <p:txBody>
          <a:bodyPr/>
          <a:lstStyle/>
          <a:p>
            <a:r>
              <a:rPr lang="vi-VN"/>
              <a:t>CẢM ƠN SỰ CHÚ Ý CỦA QUÝ VỊ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34C299-6D11-5799-5F30-A0EA08F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730E23-4D18-DC3E-97B9-C513B663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76197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34</TotalTime>
  <Words>632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2" baseType="lpstr">
      <vt:lpstr>Aptos</vt:lpstr>
      <vt:lpstr>Arial</vt:lpstr>
      <vt:lpstr>Times New Roman</vt:lpstr>
      <vt:lpstr>Tw Cen MT</vt:lpstr>
      <vt:lpstr>Wingdings</vt:lpstr>
      <vt:lpstr>Droplet</vt:lpstr>
      <vt:lpstr>ĐẠI HỌC CẦN THƠ – QUÁ TRÌNH HÌNH THÀNH VÀ PHÁT TRIỂN</vt:lpstr>
      <vt:lpstr>Nội dung</vt:lpstr>
      <vt:lpstr>THỜI KỲ VIỆN ĐẠI HỌC CẦN THƠ (1966 – 1975)</vt:lpstr>
      <vt:lpstr>THỜI KỲ VIỆN ĐẠI HỌC CẦN THƠ (1966 – 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CẢM ƠN SỰ CHÚ Ý CỦA QUÝ VỊ</vt:lpstr>
      <vt:lpstr>KHTN</vt:lpstr>
      <vt:lpstr>CNTT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 Nha Uyen - B2504864</dc:creator>
  <cp:lastModifiedBy>Ho Nha Uyen - B2504864</cp:lastModifiedBy>
  <cp:revision>1</cp:revision>
  <dcterms:created xsi:type="dcterms:W3CDTF">2026-02-05T19:29:06Z</dcterms:created>
  <dcterms:modified xsi:type="dcterms:W3CDTF">2026-02-05T20:03:20Z</dcterms:modified>
</cp:coreProperties>
</file>