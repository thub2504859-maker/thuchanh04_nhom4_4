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8560B8-52CF-AF6F-6DBC-0A150ABC77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A6DD2-B361-8E72-8E50-026040F8E1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EE536-B925-406F-AE68-CDA47C2AFF1D}" type="datetimeFigureOut">
              <a:rPr lang="en-US" smtClean="0"/>
              <a:t>05/02/2026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C7FAC-47E5-0E53-48C2-6C476025E3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1BB02-0B08-D7DB-9659-D382533260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D3893-ED77-4E27-A7D8-17DB03564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50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A9873-B63C-41DA-BC71-E3840E48560B}" type="datetimeFigureOut">
              <a:rPr lang="en-US" smtClean="0"/>
              <a:t>05/02/2026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1653D-EF48-4913-BE0B-8FC43D3CE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1653D-EF48-4913-BE0B-8FC43D3CE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9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FC6A-D935-8DED-B93D-8735B21A6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9BE90-5F8C-D146-4B8A-70D0C6CF7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2ACB3-BF18-CE15-4139-F4F69667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E3171-D7EB-4686-B9AA-7570B79E55A1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53F6A-4B9F-C92B-2240-DF5165B5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6D466-6DEC-B435-5060-E7C4A6DA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8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44A1-8D3E-0D25-835F-3861083E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0EDF-AD66-EE15-CC02-06FB7F1BF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35AD-DA8C-E754-8F4A-315EB461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8AB4-0C5F-4F7A-9FDC-665ADAEC1561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C1FC4-D228-56C4-189B-05E4EE7D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61E4F-B41D-0BC0-64A0-E28EECD1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5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90A7-3A16-A60A-76A0-22FEA85F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2E622-02CC-8A02-C0E2-3A2F5301E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AAA8C-6371-483A-D107-BF358657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E6FE2-85CC-46B7-844C-C19AF7A7914B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789C2-E4CD-C981-724C-5C03617C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B59A-3DE6-9011-19C2-19F4B9B9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2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912F-3E42-9C86-B24E-6F7E0659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5C908-99E4-DFC6-D950-15416D528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2C772-BD82-EB69-7250-6A83A1551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94877-7AD1-7F09-698E-BBD91EFE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2A9FC-03AB-417A-966E-51A1E09D9BFA}" type="datetime1">
              <a:rPr lang="en-US" smtClean="0"/>
              <a:t>05/02/2026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EEBC6-6C20-25BA-03D4-C3F2DB9C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04EB7-2C2D-55FC-2AB8-EF50F801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EACC-BC85-2D76-E8E5-9D39465A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B2317-D0D5-9544-A1C9-66AA5302E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113FC-ED4A-4AEF-4812-C40811F43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00B5A-09D6-AF94-47D6-759D0C874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F80EB-F2B6-5C5E-7FB0-43D93F6AF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9E559-D2BC-097C-BCBD-5BCE1EEF0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438C6-5576-443D-9848-2D585399E827}" type="datetime1">
              <a:rPr lang="en-US" smtClean="0"/>
              <a:t>05/02/2026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BC57-8424-6FB6-7B62-AE4FDC89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DC008-CD7B-C9BD-FA40-2D7949EF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9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2F62-6D4B-505D-8B40-02A22404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DEDF9-C954-9D35-0250-CF67DE10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A3C63-CBA6-4FCF-9F2B-CDFB2A95AF27}" type="datetime1">
              <a:rPr lang="en-US" smtClean="0"/>
              <a:t>05/02/2026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E429A-7FFE-8BFC-8BE2-D50DFB25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BAFBD-2733-62E2-F333-7DD61BC0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3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D4D5D-2EBC-4A3A-4364-AE9C88A7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4BE13-2B63-46EF-AD67-1635BDA18F25}" type="datetime1">
              <a:rPr lang="en-US" smtClean="0"/>
              <a:t>05/02/2026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67C4A-3613-F1BC-8C01-45C4B97D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0A436-1283-1CF9-BC4C-598796BD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0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48F8-028D-9B31-5C8A-58751A96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3A08E-748E-F076-7534-58C7FC9F3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8A308-FD64-71A7-61BB-E5769A15C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956BF-09D1-5D4E-0A4F-DDCD2FFB3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6C7C-C32E-4246-917F-EA765700B630}" type="datetime1">
              <a:rPr lang="en-US" smtClean="0"/>
              <a:t>05/02/2026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BC87B-6D90-092D-CCF8-686BDDD3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74D39-7ED0-CCAB-2E1B-629552DF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61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CE11-3C9C-0F9C-1A66-3FCB390B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70356-530D-FB14-A1EB-99D97EDFC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F279F-ECCE-92BA-BBCA-D7BEC1CB4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14235-0B4B-549D-EDE6-EED9D158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EB68-C213-40EC-9684-AE8745F75392}" type="datetime1">
              <a:rPr lang="en-US" smtClean="0"/>
              <a:t>05/02/2026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E7362-03FE-236F-F00E-F845D880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72F82-450A-3ACD-1E4A-6744E497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1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2AC5-5628-E926-844E-26B6530F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68EA1-86C1-7481-CADA-A6F1DB70B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EF44F-FAA4-176E-800C-194FB10F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AD9D5-6F70-446E-8D02-86A5DCE041A6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C6BEA-98B2-6CAE-7467-5AB635B0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207B-28F9-73C6-7E53-36FB7BBC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7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D8789-212E-903E-752B-32E1A6FED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15D83-9AE8-C9FB-3154-6F1AD10B6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3230D-34CF-A4E2-CB93-9E6A7D9F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2AAA0-6349-4D93-BAA3-C40999889F43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DBE9-7F3A-BA03-1B66-94A9FEC0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01BF-63DD-B96A-10EA-BE240E49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3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E7A73-629B-2105-37E0-5508421C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E95FC-D02B-D8B6-1255-7A315BE30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6595-12A1-18BA-D526-E2051FCF6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5401D-1A9C-4624-A5FB-E94248B9541F}" type="datetime1">
              <a:rPr lang="en-US" smtClean="0"/>
              <a:t>05/02/2026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BE31-0506-044B-691C-7E70B57B8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60867-EC28-B2C0-A971-C4E92EB1B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DEFFF-DEEB-4AE6-A9AB-7FE4EEE9FC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466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‒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1EC1-5F51-C4D4-194A-D3B7542C1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143E2-A53C-387B-E441-DB4B9A64EE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Th.S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680DB-99FC-BB62-39A0-455E9F973185}"/>
              </a:ext>
            </a:extLst>
          </p:cNvPr>
          <p:cNvSpPr txBox="1"/>
          <p:nvPr/>
        </p:nvSpPr>
        <p:spPr>
          <a:xfrm>
            <a:off x="6096000" y="5474027"/>
            <a:ext cx="53899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err="1"/>
              <a:t>Trích</a:t>
            </a:r>
            <a:r>
              <a:rPr lang="en-US" sz="2600" b="1" dirty="0"/>
              <a:t> </a:t>
            </a:r>
            <a:r>
              <a:rPr lang="en-US" sz="2600" b="1" dirty="0" err="1"/>
              <a:t>từ</a:t>
            </a:r>
            <a:r>
              <a:rPr lang="en-US" sz="2600" b="1" dirty="0"/>
              <a:t> </a:t>
            </a:r>
            <a:r>
              <a:rPr lang="en-US" sz="2600" b="1" dirty="0" err="1"/>
              <a:t>Tủ</a:t>
            </a:r>
            <a:r>
              <a:rPr lang="en-US" sz="2600" b="1" dirty="0"/>
              <a:t> </a:t>
            </a:r>
            <a:r>
              <a:rPr lang="en-US" sz="2600" b="1" dirty="0" err="1"/>
              <a:t>sách</a:t>
            </a:r>
            <a:r>
              <a:rPr lang="en-US" sz="2600" b="1" dirty="0"/>
              <a:t> Khoa </a:t>
            </a:r>
            <a:r>
              <a:rPr lang="en-US" sz="2600" b="1" dirty="0" err="1"/>
              <a:t>học</a:t>
            </a:r>
            <a:r>
              <a:rPr lang="en-US" sz="2600" b="1" dirty="0"/>
              <a:t> VLOS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EB29B-E333-ED3C-A266-DB464213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00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E9D5-23D3-1D82-1F53-63F435D6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638E2-0A84-42EB-BB6A-2B90D881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4C18B-71F8-531F-6D8A-E331C82B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03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201F-775A-609C-AAD0-A6C2ED03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A40E-1583-B583-BD50-B3218FF7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/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85ED9-20FB-402C-FB9E-E07878EE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05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8C5C-AA3D-0AA6-5B98-1E4960BF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849EA-FD05-4D7D-F96F-946964093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>
                <a:hlinkClick r:id="rId2" action="ppaction://hlinksldjump"/>
              </a:rPr>
              <a:t>Cung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để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chứng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endParaRPr lang="en-US" dirty="0"/>
          </a:p>
          <a:p>
            <a:pPr lvl="1"/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E94AF-0904-625C-CF33-46742CC3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6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603D-D8BD-B527-59F9-5104274B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211A-A0A4-BA8B-596E-3D490F21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/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ADA99-F6EA-34C6-E554-106D577D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86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109FE7-D666-AD6E-AECD-6940A601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Cám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D6C2D-5B58-C7A9-C1C9-CCAAB645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29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0A9C10-3807-D775-E4C0-86CBC820A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7073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073A4-4908-F079-DC03-A9C625BD7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>
              <a:buNone/>
            </a:pPr>
            <a:r>
              <a:rPr lang="en-US" dirty="0"/>
              <a:t>           “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.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929B9-F3AA-6872-03A0-E453A8D8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066139A5-3E99-59ED-63DC-07BFB9C2AE1E}"/>
              </a:ext>
            </a:extLst>
          </p:cNvPr>
          <p:cNvSpPr/>
          <p:nvPr/>
        </p:nvSpPr>
        <p:spPr>
          <a:xfrm>
            <a:off x="7015841" y="5731038"/>
            <a:ext cx="849864" cy="76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-Turn 8">
            <a:extLst>
              <a:ext uri="{FF2B5EF4-FFF2-40B4-BE49-F238E27FC236}">
                <a16:creationId xmlns:a16="http://schemas.microsoft.com/office/drawing/2014/main" id="{F6FD9511-48B5-991D-87B7-9FEC666A8E3A}"/>
              </a:ext>
            </a:extLst>
          </p:cNvPr>
          <p:cNvSpPr/>
          <p:nvPr/>
        </p:nvSpPr>
        <p:spPr>
          <a:xfrm>
            <a:off x="7212563" y="5885738"/>
            <a:ext cx="531845" cy="470612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624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BC62-6C5A-1235-7C03-E57C11B2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371D-6AF1-0DD6-FE16-B2E2452CB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C6666B-EE50-6548-864F-8E21EDF3C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64646"/>
              </p:ext>
            </p:extLst>
          </p:nvPr>
        </p:nvGraphicFramePr>
        <p:xfrm>
          <a:off x="1472163" y="2468563"/>
          <a:ext cx="9211387" cy="370840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029698">
                  <a:extLst>
                    <a:ext uri="{9D8B030D-6E8A-4147-A177-3AD203B41FA5}">
                      <a16:colId xmlns:a16="http://schemas.microsoft.com/office/drawing/2014/main" val="41678153"/>
                    </a:ext>
                  </a:extLst>
                </a:gridCol>
                <a:gridCol w="3181689">
                  <a:extLst>
                    <a:ext uri="{9D8B030D-6E8A-4147-A177-3AD203B41FA5}">
                      <a16:colId xmlns:a16="http://schemas.microsoft.com/office/drawing/2014/main" val="3613520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ngành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chuyên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ngành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Số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lượng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tuyển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sinh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17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nghệ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66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nghệ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tin - CLC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2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Công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nghệ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tin - 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29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Mạng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máy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tính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và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truyền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thông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163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Kỹ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thuật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phần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mềm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96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Hệ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thống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máy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tín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4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Khoa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học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máy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tính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9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Tin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học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ứng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dụng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9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Tổng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68456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67A83-52C5-31B9-DDC7-D951D98D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EFFF-DEEB-4AE6-A9AB-7FE4EEE9FCD3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32951FF1-4E0B-E26A-7352-947ADF2E5EAA}"/>
              </a:ext>
            </a:extLst>
          </p:cNvPr>
          <p:cNvSpPr/>
          <p:nvPr/>
        </p:nvSpPr>
        <p:spPr>
          <a:xfrm>
            <a:off x="10926147" y="1082351"/>
            <a:ext cx="821094" cy="787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EA0300DD-668F-D7C7-DE76-0F22C7780389}"/>
              </a:ext>
            </a:extLst>
          </p:cNvPr>
          <p:cNvSpPr/>
          <p:nvPr/>
        </p:nvSpPr>
        <p:spPr>
          <a:xfrm>
            <a:off x="11150082" y="1268963"/>
            <a:ext cx="419877" cy="377275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8621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377</Words>
  <Application>Microsoft Office PowerPoint</Application>
  <PresentationFormat>Widescreen</PresentationFormat>
  <Paragraphs>65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 </vt:lpstr>
      <vt:lpstr>Giới thiệu </vt:lpstr>
      <vt:lpstr>Phần mở đầu</vt:lpstr>
      <vt:lpstr>Phần chính</vt:lpstr>
      <vt:lpstr>Phần kết</vt:lpstr>
      <vt:lpstr>Cám ơn sự chú ý của quý vị</vt:lpstr>
      <vt:lpstr>Ví dụ: sử dụng một đoạn trích dẫn khi giới thiệu </vt:lpstr>
      <vt:lpstr>Ví dụ minh chứng một vấn đề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ASUS-PC</dc:creator>
  <cp:lastModifiedBy>ASUS-PC</cp:lastModifiedBy>
  <cp:revision>1</cp:revision>
  <dcterms:created xsi:type="dcterms:W3CDTF">2026-02-05T14:22:46Z</dcterms:created>
  <dcterms:modified xsi:type="dcterms:W3CDTF">2026-02-05T15:21:02Z</dcterms:modified>
</cp:coreProperties>
</file>